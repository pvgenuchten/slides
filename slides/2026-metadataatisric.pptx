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soilgrids" TargetMode="External" /><Relationship Id="rId4" Type="http://schemas.openxmlformats.org/officeDocument/2006/relationships/hyperlink" Target="https://resources.isric.org" TargetMode="External" /><Relationship Id="rId5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on promoting soil awareness and advancing the use of soil information to help build a more sustainable future.</a:t>
            </a:r>
          </a:p>
          <a:p>
            <a:pPr lvl="0"/>
            <a:r>
              <a:rPr/>
              <a:t>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3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4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5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2026-05-11T15:20:50Z</dcterms:created>
  <dcterms:modified xsi:type="dcterms:W3CDTF">2026-05-11T15:20:50Z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Discovery &amp; Metadata Expert Group with the Digital Research Alliance of Canada</vt:lpwstr>
  </property>
  <property fmtid="{D5CDD505-2E9C-101B-9397-08002B2CF9AE}" pid="12" name="toc-title">
    <vt:lpwstr>Table of contents</vt:lpwstr>
  </property>
</Properties>
</file>