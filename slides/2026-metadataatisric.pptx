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html" ContentType="text/ht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soilgrids" TargetMode="External" /><Relationship Id="rId4" Type="http://schemas.openxmlformats.org/officeDocument/2006/relationships/hyperlink" Target="https://resources.isric.org" TargetMode="External" /><Relationship Id="rId5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sht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on promoting soil awareness and advancing the use of soil information to help build a more sustainable future.</a:t>
            </a:r>
          </a:p>
          <a:p>
            <a:pPr lvl="0"/>
            <a:r>
              <a:rPr/>
              <a:t>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3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4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5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Soil Property Distribution is predicted by a random forest model on sampling data and covariates (geology, hydrology, satelite imagery)</a:t>
            </a:r>
          </a:p>
          <a:p>
            <a:pPr lvl="0"/>
            <a:r>
              <a:rPr/>
              <a:t>Data is organised and produced in folders on a shared file system</a:t>
            </a:r>
          </a:p>
          <a:p>
            <a:pPr lvl="0"/>
            <a:r>
              <a:rPr/>
              <a:t>Effective metadata management is crucial for reproducability (and attribution)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a data file (readme.txt)</a:t>
            </a:r>
          </a:p>
          <a:p>
            <a:pPr lvl="0"/>
            <a:r>
              <a:rPr/>
              <a:t>Which model to adopt?</a:t>
            </a:r>
          </a:p>
          <a:p>
            <a:pPr lvl="1"/>
            <a:r>
              <a:rPr/>
              <a:t>Facilitated by the format (MS Excel, GeoTiff, GeoPackage)</a:t>
            </a:r>
          </a:p>
          <a:p>
            <a:pPr lvl="1"/>
            <a:r>
              <a:rPr/>
              <a:t>Common in the community (iso19115, DCAT, Datacite, schema.org)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Soil institutes are endorsed to capture metadata as part of dataset metadata</a:t>
            </a:r>
          </a:p>
          <a:p>
            <a:pPr lvl="0"/>
            <a:r>
              <a:rPr/>
              <a:t>The data model metadata is important information when harmonizing multiple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  <a:p>
            <a:pPr lvl="0"/>
            <a:r>
              <a:rPr/>
              <a:t>Commonly accepted vocabularies to reference observed soil properties and observation procedures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2026-02-24T09:55:51Z</dcterms:created>
  <dcterms:modified xsi:type="dcterms:W3CDTF">2026-02-24T09:55:51Z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Discovery &amp; Metadata Expert Group with the Digital Research Alliance of Canada</vt:lpwstr>
  </property>
  <property fmtid="{D5CDD505-2E9C-101B-9397-08002B2CF9AE}" pid="11" name="toc-title">
    <vt:lpwstr>Table of contents</vt:lpwstr>
  </property>
</Properties>
</file>