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Prediction of Soil Property Distribution is a random forest model with many covariates (geology, hydrology, DEM, satelite imagery)</a:t>
            </a:r>
          </a:p>
          <a:p>
            <a:pPr lvl="0"/>
            <a:r>
              <a:rPr/>
              <a:t>Data is organised and procuded in folders on a shared file system</a:t>
            </a:r>
          </a:p>
          <a:p>
            <a:pPr lvl="0"/>
            <a:r>
              <a:rPr/>
              <a:t>Effective metadata management is crucial for reproducability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each data file (readme.txt)</a:t>
            </a:r>
          </a:p>
          <a:p>
            <a:pPr lvl="0"/>
            <a:r>
              <a:rPr/>
              <a:t>Which model to adopt (MS Excel, GeoTiff, GeoPackage)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We endorse soil institutes to capture metadata as part of dataset metadata</a:t>
            </a:r>
          </a:p>
          <a:p>
            <a:pPr lvl="0"/>
            <a:r>
              <a:rPr/>
              <a:t>The data model metadata is important information when harmonizing multuiple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2026-02-23T23:13:59Z</dcterms:created>
  <dcterms:modified xsi:type="dcterms:W3CDTF">2026-02-23T23:13:59Z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Discovery &amp; Metadata Expert Group with the Digital Research Alliance of Canada</vt:lpwstr>
  </property>
  <property fmtid="{D5CDD505-2E9C-101B-9397-08002B2CF9AE}" pid="11" name="toc-title">
    <vt:lpwstr>Table of contents</vt:lpwstr>
  </property>
</Properties>
</file>