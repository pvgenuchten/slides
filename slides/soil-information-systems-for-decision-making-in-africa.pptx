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Interoperability and data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Soil information systems for decision making in Africa</a:t>
            </a:r>
            <a:br/>
            <a:br/>
            <a:r>
              <a:rPr/>
              <a:t>Paul van Genuchten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Roles, Responsibilities, and Accountability</a:t>
            </a:r>
          </a:p>
          <a:p>
            <a:pPr lvl="0"/>
            <a:r>
              <a:rPr/>
              <a:t>Data Quality and Lifecycle Management</a:t>
            </a:r>
          </a:p>
          <a:p>
            <a:pPr lvl="0"/>
            <a:r>
              <a:rPr/>
              <a:t>Policies, Standards, and Interoperability</a:t>
            </a:r>
          </a:p>
          <a:p>
            <a:pPr lvl="0"/>
            <a:r>
              <a:rPr/>
              <a:t>Security, Privacy, and Legal Compliance</a:t>
            </a:r>
          </a:p>
          <a:p>
            <a:pPr lvl="0"/>
            <a:r>
              <a:rPr/>
              <a:t>Data Sharing, Access, and Value Creation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Roles, Responsibilities, and Accountability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 who owns, stewards, custodians, and uses data.</a:t>
            </a:r>
          </a:p>
          <a:p>
            <a:pPr lvl="0"/>
            <a:r>
              <a:rPr/>
              <a:t>Establish decision-making bodies (e.g. data governance boards).</a:t>
            </a:r>
          </a:p>
          <a:p>
            <a:pPr lvl="0"/>
            <a:r>
              <a:rPr/>
              <a:t>Clarify responsibilities across ministries, agencies, and local governments.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Quality and Lifecycle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Ensure data is accurate, complete, consistent, timely, and fit for purpose.</a:t>
            </a:r>
          </a:p>
          <a:p>
            <a:pPr lvl="0"/>
            <a:r>
              <a:rPr/>
              <a:t>Define standards for data collection, validation, maintenance, archival, and disposal.</a:t>
            </a:r>
          </a:p>
          <a:p>
            <a:pPr lvl="0"/>
            <a:r>
              <a:rPr/>
              <a:t>Monitor and improve data quality through metrics and audits.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Policies, Standards, and Interoperability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Develop common data standards, metadata, reference data, and vocabularies.</a:t>
            </a:r>
          </a:p>
          <a:p>
            <a:pPr lvl="0"/>
            <a:r>
              <a:rPr/>
              <a:t>Promote interoperability between government systems.</a:t>
            </a:r>
          </a:p>
          <a:p>
            <a:pPr lvl="0"/>
            <a:r>
              <a:rPr/>
              <a:t>Standardize formats, identifiers, APIs, and data models to enable data sharing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Security, Privacy, and Legal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Protect sensitive and personal information.</a:t>
            </a:r>
          </a:p>
          <a:p>
            <a:pPr lvl="0"/>
            <a:r>
              <a:rPr/>
              <a:t>Comply with relevant legislation (e.g. GDPR, freedom of information laws, records management requirements).</a:t>
            </a:r>
          </a:p>
          <a:p>
            <a:pPr lvl="0"/>
            <a:r>
              <a:rPr/>
              <a:t>Define access controls, classification schemes, and procedures for handling breaches.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Sharing, Access, and Value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Establish policies and agreements for sharing data within government and with external stakeholders.</a:t>
            </a:r>
          </a:p>
          <a:p>
            <a:pPr lvl="0"/>
            <a:r>
              <a:rPr/>
              <a:t>Balance openness with confidentiality through open data, licensing, and access controls.</a:t>
            </a:r>
          </a:p>
          <a:p>
            <a:pPr lvl="0"/>
            <a:r>
              <a:rPr/>
              <a:t>Promote reuse of data for evidence-based policymaking, service delivery, transparency, and research.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five aspects are often supported by cross-cutting activities such as: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Metadata management</a:t>
            </a:r>
          </a:p>
          <a:p>
            <a:pPr lvl="0"/>
            <a:r>
              <a:rPr/>
              <a:t>Master and reference data management</a:t>
            </a:r>
          </a:p>
          <a:p>
            <a:pPr lvl="0"/>
            <a:r>
              <a:rPr/>
              <a:t>Risk management</a:t>
            </a:r>
          </a:p>
          <a:p>
            <a:pPr lvl="0"/>
            <a:r>
              <a:rPr/>
              <a:t>Training and capacity building</a:t>
            </a:r>
          </a:p>
          <a:p>
            <a:pPr lvl="0"/>
            <a:r>
              <a:rPr/>
              <a:t>Monitoring, compliance, and continuous improvement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Interoperability and data governance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Approaches to metadata, identifiers, and web services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Tiered access and governance models that enable sharing while maintaining national stewardship.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intent is to address metadata comparability, reliability, standardization and governance frameworks.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Metadata, identifiers, web services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Tiered access and governance models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process of standardisation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rich metadata to annotate a dataset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Role of common vocabularies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tiered access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Level of access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General public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Aggregated statistics, maps, open datasets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Researchers</a:t>
            </a:r>
          </a:p>
          <a:p>
            <a:pPr lvl="0" indent="0" marL="0">
              <a:buNone/>
            </a:pPr>
            <a:r>
              <a:rPr/>
              <a:t>Detailed but anonymized observations under a data-sharing agreement</a:t>
            </a:r>
          </a:p>
          <a:p>
            <a:pPr lvl="0" indent="0" marL="0">
              <a:buNone/>
            </a:pPr>
            <a:r>
              <a:rPr/>
              <a:t>Government agencies</a:t>
            </a:r>
          </a:p>
          <a:p>
            <a:pPr lvl="0" indent="0" marL="0">
              <a:buNone/>
            </a:pPr>
            <a:r>
              <a:rPr/>
              <a:t>Full datasets needed for regulatory or policy purposes</a:t>
            </a:r>
          </a:p>
          <a:p>
            <a:pPr lvl="0" indent="0" marL="0">
              <a:buNone/>
            </a:pPr>
            <a:r>
              <a:rPr/>
              <a:t>Data stewards</a:t>
            </a:r>
          </a:p>
          <a:p>
            <a:pPr lvl="0" indent="0" marL="0">
              <a:buNone/>
            </a:pPr>
            <a:r>
              <a:rPr/>
              <a:t>Ability to edit, correct, and approve records</a:t>
            </a:r>
          </a:p>
          <a:p>
            <a:pPr lvl="0" indent="0" marL="0">
              <a:buNone/>
            </a:pPr>
            <a:r>
              <a:rPr/>
              <a:t>System administrators</a:t>
            </a:r>
          </a:p>
          <a:p>
            <a:pPr lvl="0" indent="0" marL="0">
              <a:buNone/>
            </a:pPr>
            <a:r>
              <a:rPr/>
              <a:t>Technical access to the platform, but not necessarily permission to use the data analytically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governmental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Tiered access supports several governance objectives:</a:t>
            </a:r>
          </a:p>
          <a:p>
            <a:pPr lvl="0"/>
            <a:r>
              <a:rPr/>
              <a:t>Privacy and confidentiality: Protects personal, commercially sensitive, or nationally sensitive information.</a:t>
            </a:r>
          </a:p>
          <a:p>
            <a:pPr lvl="0"/>
            <a:r>
              <a:rPr/>
              <a:t>Legal compliance: Helps meet obligations under regulations such as GDPR, freedom of information laws, or sector-specific legislation.</a:t>
            </a:r>
          </a:p>
          <a:p>
            <a:pPr lvl="0"/>
            <a:r>
              <a:rPr/>
              <a:t>Data integrity: Limits editing rights to authorized users, reducing the risk of accidental or unauthorized changes.</a:t>
            </a:r>
          </a:p>
          <a:p>
            <a:pPr lvl="0"/>
            <a:r>
              <a:rPr/>
              <a:t>Need-to-know principle: Users receive only the information necessary for their role.</a:t>
            </a:r>
          </a:p>
          <a:p>
            <a:pPr lvl="0"/>
            <a:r>
              <a:rPr/>
              <a:t>Encouraging openness: Governments can publish as much data as possible while still protecting restricted information.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Interoperability and data governance</dc:title>
  <dc:creator>Paul van Genuchten</dc:creator>
  <cp:keywords/>
  <dcterms:created xsi:type="dcterms:W3CDTF">2026-07-23T21:23:33Z</dcterms:created>
  <dcterms:modified xsi:type="dcterms:W3CDTF">2026-07-23T21:23:33Z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2026-08-05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Soil information systems for decision making in Africa</vt:lpwstr>
  </property>
  <property fmtid="{D5CDD505-2E9C-101B-9397-08002B2CF9AE}" pid="12" name="toc-title">
    <vt:lpwstr>Table of contents</vt:lpwstr>
  </property>
</Properties>
</file>