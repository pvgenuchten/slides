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search?src=0&amp;query=soil%20data%20carbon%20content%20zimbabwe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xplore.openaire.eu/" TargetMode="External" /><Relationship Id="rId3" Type="http://schemas.openxmlformats.org/officeDocument/2006/relationships/hyperlink" Target="https://datasetsearch.research.google.com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ao.org/global-soil-partnership/glosolan/en/" TargetMode="External" /><Relationship Id="rId3" Type="http://schemas.openxmlformats.org/officeDocument/2006/relationships/hyperlink" Target="https://doi.org/10.5281/zenodo.20814311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17699297" TargetMode="External" /><Relationship Id="rId3" Type="http://schemas.openxmlformats.org/officeDocument/2006/relationships/hyperlink" Target="https://doi.org/10.17605/OSF.IO/4NGAU" TargetMode="External" /><Relationship Id="rId4" Type="http://schemas.openxmlformats.org/officeDocument/2006/relationships/hyperlink" Target="https://github.com/KALRO-ICT/kensis-data/tree/main/data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airprocessframework.org/" TargetMode="External" /><Relationship Id="rId3" Type="http://schemas.openxmlformats.org/officeDocument/2006/relationships/hyperlink" Target="https://resources.isric.org/sis-framework/" TargetMode="External" /><Relationship Id="rId4" Type="http://schemas.openxmlformats.org/officeDocument/2006/relationships/hyperlink" Target="https://resources.isric.org/sis-framework/case-studies.html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participated in the Global Soil Map project (2009-2013)</a:t>
            </a:r>
          </a:p>
          <a:p>
            <a:pPr lvl="0"/>
            <a:r>
              <a:rPr/>
              <a:t>participated in the Africa Soil Information Service project (2009-2016)</a:t>
            </a:r>
          </a:p>
          <a:p>
            <a:pPr lvl="0"/>
            <a:r>
              <a:rPr/>
              <a:t>hosted the recent Soils for Africa project (2021-2025)</a:t>
            </a:r>
          </a:p>
          <a:p>
            <a:pPr lvl="0"/>
            <a:r>
              <a:rPr/>
              <a:t>contributes to the African Soil Observatory project (2025-2029)</a:t>
            </a:r>
          </a:p>
          <a:p>
            <a:pPr lvl="0"/>
            <a:r>
              <a:rPr/>
              <a:t>hosts the WOSIS profiles database and the SoilGrids Global Soil Map (250m)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Team maintains ISRIC’s data infrastructure</a:t>
            </a:r>
          </a:p>
          <a:p>
            <a:pPr lvl="0"/>
            <a:r>
              <a:rPr/>
              <a:t>contributes to soil data management projects, with a focus on metadata and interoperability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Both are large topics…</a:t>
            </a:r>
          </a:p>
          <a:p>
            <a:pPr lvl="0"/>
            <a:r>
              <a:rPr/>
              <a:t>Interoperability is a pillar of data governance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Property distribution data is predicted, not observed</a:t>
            </a:r>
          </a:p>
          <a:p>
            <a:pPr lvl="0"/>
            <a:r>
              <a:rPr/>
              <a:t>Long history of (local) practices and standardisation efforts</a:t>
            </a:r>
          </a:p>
          <a:p>
            <a:pPr lvl="0"/>
            <a:r>
              <a:rPr/>
              <a:t>Legacy data and formats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 a governance framework for data, from a reuse perspective: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searchable via a catalogue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Let’s try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database which is continuously updated, exposed via an API</a:t>
            </a:r>
          </a:p>
          <a:p>
            <a:pPr lvl="0"/>
            <a:r>
              <a:rPr/>
              <a:t>academic: a validated collection of records at a given point in time, which I can reference from my publication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Datasets as a source for digital soil mapping (DSM)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DSM is the process of prediction of soil property distribution in space and time</a:t>
            </a:r>
          </a:p>
          <a:p>
            <a:pPr lvl="0"/>
            <a:r>
              <a:rPr/>
              <a:t>DSM efforts happen irragularly, based on latest snapshots of source data and covariates</a:t>
            </a:r>
          </a:p>
          <a:p>
            <a:pPr lvl="0"/>
            <a:r>
              <a:rPr/>
              <a:t>Data from the own organisation as well as remote sources</a:t>
            </a:r>
          </a:p>
          <a:p>
            <a:pPr lvl="0"/>
            <a:r>
              <a:rPr/>
              <a:t>The academic view on dataset is more appropriate for DSM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Easy to find and reference</a:t>
            </a:r>
          </a:p>
          <a:p>
            <a:pPr lvl="0"/>
            <a:r>
              <a:rPr/>
              <a:t>Find today, find in 10 years time</a:t>
            </a:r>
          </a:p>
          <a:p>
            <a:pPr lvl="0"/>
            <a:r>
              <a:rPr/>
              <a:t>Common data and knowledge repositories offer persitent storage over time</a:t>
            </a:r>
          </a:p>
          <a:p>
            <a:pPr lvl="0"/>
            <a:r>
              <a:rPr/>
              <a:t>Aggregators (</a:t>
            </a:r>
            <a:r>
              <a:rPr>
                <a:hlinkClick r:id="rId2"/>
              </a:rPr>
              <a:t>openaire</a:t>
            </a:r>
            <a:r>
              <a:rPr/>
              <a:t>, </a:t>
            </a:r>
            <a:r>
              <a:rPr>
                <a:hlinkClick r:id="rId3"/>
              </a:rPr>
              <a:t>google</a:t>
            </a:r>
            <a:r>
              <a:rPr/>
              <a:t>) harvest from repositories to optimize findability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  <a:p>
            <a:pPr lvl="0"/>
            <a:r>
              <a:rPr/>
              <a:t>For large data, or specific use cases (map vizualisation), data can also be shared using an api or web service, but it complicates identification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made available through an open protocol (http)</a:t>
            </a:r>
          </a:p>
          <a:p>
            <a:pPr lvl="0"/>
            <a:r>
              <a:rPr/>
              <a:t>Metadata should still exist, even if the data itself is no longer available</a:t>
            </a:r>
          </a:p>
          <a:p>
            <a:pPr lvl="0"/>
            <a:r>
              <a:rPr/>
              <a:t>Metadata Public; Data public, protected or internal</a:t>
            </a:r>
          </a:p>
          <a:p>
            <a:pPr lvl="0"/>
            <a:r>
              <a:rPr/>
              <a:t>Use an Open Format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national stewardship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open as possible, as closed as necessary</a:t>
            </a:r>
          </a:p>
          <a:p>
            <a:pPr lvl="0"/>
            <a:r>
              <a:rPr/>
              <a:t>As data steward you should have control on access to the data, even when handed over to a secondary hosting provider (repository)</a:t>
            </a:r>
          </a:p>
          <a:p>
            <a:pPr lvl="0"/>
            <a:r>
              <a:rPr/>
              <a:t>Alternatively author the DOI of the data, arbitrary where the data is hosted</a:t>
            </a:r>
          </a:p>
          <a:p>
            <a:pPr lvl="0"/>
            <a:r>
              <a:rPr/>
              <a:t>Ultimately the enclosed metadata indicates the usage restrictions of the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standardized data formats and controlled vocabularies to enable data exchange and reuse across tools and disciplines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you standardise upfront, you don’t need to harmonize later</a:t>
            </a:r>
          </a:p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>
                <a:hlinkClick r:id="rId2"/>
              </a:rPr>
              <a:t>GSP Glosolan</a:t>
            </a:r>
          </a:p>
          <a:p>
            <a:pPr lvl="1"/>
            <a:r>
              <a:rPr>
                <a:hlinkClick r:id="rId3"/>
              </a:rPr>
              <a:t>Soils for Africa project</a:t>
            </a:r>
          </a:p>
          <a:p>
            <a:pPr lvl="0"/>
            <a:r>
              <a:rPr/>
              <a:t>Describe the procedure used to collect or process the data</a:t>
            </a:r>
          </a:p>
          <a:p>
            <a:pPr lvl="0"/>
            <a:r>
              <a:rPr/>
              <a:t>Refer to common vocabularies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Tabular annotated</a:t>
            </a:r>
          </a:p>
        </p:txBody>
      </p:sp>
      <p:pic>
        <p:nvPicPr>
          <p:cNvPr descr="./img/tabbular_annotat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interoperable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WRB,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the provenance of the data, so potential users understand if and how they can use the data.</a:t>
            </a:r>
          </a:p>
          <a:p>
            <a:pPr lvl="0"/>
            <a:r>
              <a:rPr/>
              <a:t>Apply a relevant license; as open as possible, as closed as necessary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properties are covered in most metadata models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common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repositories, such as Zenodo, OSF, Pangaea, Dataverse, offer many of the FAIR principles by default</a:t>
            </a:r>
          </a:p>
          <a:p>
            <a:pPr lvl="0"/>
            <a:r>
              <a:rPr/>
              <a:t>As a contributor you are owner of the data</a:t>
            </a:r>
          </a:p>
          <a:p>
            <a:pPr lvl="0"/>
            <a:r>
              <a:rPr/>
              <a:t>Data can be published with tiered access</a:t>
            </a:r>
          </a:p>
          <a:p>
            <a:pPr lvl="0"/>
            <a:r>
              <a:rPr/>
              <a:t>Funders may endorse the use of a certain repository</a:t>
            </a:r>
          </a:p>
          <a:p>
            <a:pPr lvl="0"/>
            <a:r>
              <a:rPr/>
              <a:t>Understand the jurisdiction of the country where the repository is hosted</a:t>
            </a:r>
          </a:p>
          <a:p>
            <a:pPr lvl="0"/>
            <a:r>
              <a:rPr/>
              <a:t>Consider the reliability of the repository (timespan 20-50 years)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data publication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Soils for Africa</a:t>
            </a:r>
          </a:p>
          <a:p>
            <a:pPr lvl="0"/>
            <a:r>
              <a:rPr>
                <a:hlinkClick r:id="rId3"/>
              </a:rPr>
              <a:t>Tanzania SIS</a:t>
            </a:r>
          </a:p>
          <a:p>
            <a:pPr lvl="0"/>
            <a:r>
              <a:rPr>
                <a:hlinkClick r:id="rId4"/>
              </a:rPr>
              <a:t>Kenya 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aggregators are not a good fit for publishing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Various soil data aggregators exist, which harmonize and clean soil data</a:t>
            </a:r>
          </a:p>
          <a:p>
            <a:pPr lvl="0"/>
            <a:r>
              <a:rPr/>
              <a:t>Examples such as ISRIC, ISDA, Varda</a:t>
            </a:r>
          </a:p>
          <a:p>
            <a:pPr lvl="0"/>
            <a:r>
              <a:rPr/>
              <a:t>The aggregators are able to make good soil maps</a:t>
            </a:r>
          </a:p>
          <a:p>
            <a:pPr lvl="0"/>
            <a:r>
              <a:rPr/>
              <a:t>Data contributed to an aggregator is out of your control</a:t>
            </a:r>
          </a:p>
          <a:p>
            <a:pPr lvl="0"/>
            <a:r>
              <a:rPr/>
              <a:t>Instead publish the data in a repository and share the DOI with the aggregator</a:t>
            </a:r>
          </a:p>
          <a:p>
            <a:pPr lvl="0"/>
            <a:r>
              <a:rPr/>
              <a:t>The feedback from the aggregator about your data is actually very useful, make sure to retrieve it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to support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Cabi and Gates foundation prepared a </a:t>
            </a:r>
            <a:r>
              <a:rPr>
                <a:hlinkClick r:id="rId2"/>
              </a:rPr>
              <a:t>framework to put the FAIR principles in action</a:t>
            </a:r>
            <a:r>
              <a:rPr/>
              <a:t> in the environmental domain.</a:t>
            </a:r>
          </a:p>
          <a:p>
            <a:pPr lvl="0"/>
            <a:r>
              <a:rPr/>
              <a:t>Cabi, ISRIC and Gates foundation also prepared a </a:t>
            </a:r>
            <a:r>
              <a:rPr>
                <a:hlinkClick r:id="rId3"/>
              </a:rPr>
              <a:t>framework for Soil Information System design</a:t>
            </a:r>
            <a:r>
              <a:rPr/>
              <a:t>.</a:t>
            </a:r>
          </a:p>
          <a:p>
            <a:pPr lvl="0"/>
            <a:r>
              <a:rPr/>
              <a:t>The SIS framwork includes some </a:t>
            </a:r>
            <a:r>
              <a:rPr>
                <a:hlinkClick r:id="rId4"/>
              </a:rPr>
              <a:t>case studies</a:t>
            </a:r>
            <a:r>
              <a:rPr/>
              <a:t> from various African countries.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is a wide topic, interoperability is an important pillar</a:t>
            </a:r>
          </a:p>
          <a:p>
            <a:pPr lvl="0"/>
            <a:r>
              <a:rPr/>
              <a:t>FAIR principles provide a framework for governance focussed on reuse</a:t>
            </a:r>
          </a:p>
          <a:p>
            <a:pPr lvl="0"/>
            <a:r>
              <a:rPr/>
              <a:t>Soil data is special for its specific use cases, interaction with many domains and long time span</a:t>
            </a:r>
          </a:p>
          <a:p>
            <a:pPr lvl="0"/>
            <a:r>
              <a:rPr/>
              <a:t>Harmonization is important, but do not replace the source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Else I thank you very much for your interest. I hope I have been able to trigger some ideas. Let’s continue the conversation soon.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2026-10-14T14:38:36Z</dcterms:created>
  <dcterms:modified xsi:type="dcterms:W3CDTF">2026-10-14T14:38:36Z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