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fairprocessframework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systems for decision making in Africa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ISRIC - World Soil Information has been founded in 1966 after designation to the Netherlands by Unesco, in close cooperation with FAO and IUSS</a:t>
            </a:r>
          </a:p>
          <a:p>
            <a:pPr lvl="0"/>
            <a:r>
              <a:rPr/>
              <a:t>The institute with its unique global soil monolith collection is hosted at Wageningen University</a:t>
            </a:r>
          </a:p>
          <a:p>
            <a:pPr lvl="0"/>
            <a:r>
              <a:rPr/>
              <a:t>ISRIC contributes to data collection and standardization efforts globally, with a special focus on Africa</a:t>
            </a:r>
          </a:p>
          <a:p>
            <a:pPr lvl="0"/>
            <a:r>
              <a:rPr/>
              <a:t>ISRIC hosted the recent Soils for Africa project and contributes to the current African Soil Observartory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Paul van Genuchten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Trained as a soil scientist (Wageningen University, 1999)</a:t>
            </a:r>
          </a:p>
          <a:p>
            <a:pPr lvl="0"/>
            <a:r>
              <a:rPr/>
              <a:t>Extensive experience in spatial data and IT</a:t>
            </a:r>
          </a:p>
          <a:p>
            <a:pPr lvl="0"/>
            <a:r>
              <a:rPr/>
              <a:t>Joined ISRIC four years ago as a Data Infrastructure Specialist</a:t>
            </a:r>
          </a:p>
          <a:p>
            <a:pPr lvl="0"/>
            <a:r>
              <a:rPr/>
              <a:t>Maintains ISRIC’s data infrastructure and contributes to soil data management projects, with a focus on metadata and interoperability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Interoperability and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was asked to present about these 2 topics</a:t>
            </a:r>
          </a:p>
          <a:p>
            <a:pPr lvl="0"/>
            <a:r>
              <a:rPr/>
              <a:t>Interoperability is a pillar of data governance</a:t>
            </a:r>
          </a:p>
          <a:p>
            <a:pPr lvl="0"/>
            <a:r>
              <a:rPr/>
              <a:t>Both are large topics…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Roles, Responsibilities, and Accountability</a:t>
            </a:r>
          </a:p>
          <a:p>
            <a:pPr lvl="0"/>
            <a:r>
              <a:rPr/>
              <a:t>Data Quality and Lifecycle Management</a:t>
            </a:r>
          </a:p>
          <a:p>
            <a:pPr lvl="0"/>
            <a:r>
              <a:rPr/>
              <a:t>Policies, Standards, and Interoperability</a:t>
            </a:r>
          </a:p>
          <a:p>
            <a:pPr lvl="0"/>
            <a:r>
              <a:rPr/>
              <a:t>Security, Privacy, and Legal Compliance</a:t>
            </a:r>
          </a:p>
          <a:p>
            <a:pPr lvl="0"/>
            <a:r>
              <a:rPr/>
              <a:t>Data Sharing, Access, and Value Creation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hlinkClick r:id="rId2"/>
              </a:rPr>
              <a:t>FAIR principles</a:t>
            </a:r>
            <a:r>
              <a:rPr/>
              <a:t> provides a governance framework for data, from a reuse perspective</a:t>
            </a:r>
          </a:p>
          <a:p>
            <a:pPr lvl="0"/>
            <a:r>
              <a:rPr/>
              <a:t>Findable</a:t>
            </a:r>
          </a:p>
          <a:p>
            <a:pPr lvl="0"/>
            <a:r>
              <a:rPr/>
              <a:t>Accessible</a:t>
            </a:r>
          </a:p>
          <a:p>
            <a:pPr lvl="0"/>
            <a:r>
              <a:rPr/>
              <a:t>Interoperable</a:t>
            </a:r>
          </a:p>
          <a:p>
            <a:pPr lvl="0"/>
            <a:r>
              <a:rPr/>
              <a:t>Reusable</a:t>
            </a:r>
          </a:p>
          <a:p>
            <a:pPr lvl="0" indent="0" marL="0">
              <a:buNone/>
            </a:pPr>
            <a:r>
              <a:rPr/>
              <a:t>Cabi and Gates foundation prepared a </a:t>
            </a:r>
            <a:r>
              <a:rPr>
                <a:hlinkClick r:id="rId3"/>
              </a:rPr>
              <a:t>framework to put the FAIR principles in action</a:t>
            </a:r>
            <a:r>
              <a:rPr/>
              <a:t> in the environmental domain.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specifics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legacy data and formats</a:t>
            </a:r>
          </a:p>
          <a:p>
            <a:pPr lvl="0"/>
            <a:r>
              <a:rPr/>
              <a:t>interaction with many other domains (agriculture, pollution, carbon sequestration, build environment, hydrology)</a:t>
            </a:r>
          </a:p>
          <a:p>
            <a:pPr lvl="0"/>
            <a:r>
              <a:rPr/>
              <a:t>Management practices &amp; LTE</a:t>
            </a:r>
          </a:p>
          <a:p>
            <a:pPr lvl="0"/>
            <a:r>
              <a:rPr/>
              <a:t>large number of soil indicators</a:t>
            </a:r>
          </a:p>
          <a:p>
            <a:pPr lvl="0"/>
            <a:r>
              <a:rPr/>
              <a:t>long history of (local) practices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rich metadata to annotate a dataset</a:t>
            </a:r>
          </a:p>
          <a:p>
            <a:pPr lvl="0"/>
            <a:r>
              <a:rPr/>
              <a:t>easy to find and reference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dataset?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civil cervant: a databse which is continuously updated</a:t>
            </a:r>
          </a:p>
          <a:p>
            <a:pPr lvl="0"/>
            <a:r>
              <a:rPr/>
              <a:t>academic: a validated collection of records at a given point in time, which I can uniquely reference in my publication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Identification is an aspect of findability (identifiers)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datasets should be uniquely identified (uuid)</a:t>
            </a:r>
          </a:p>
          <a:p>
            <a:pPr lvl="0"/>
            <a:r>
              <a:rPr/>
              <a:t>Strong push to adopt identification platforms such as DOI and Handle.net</a:t>
            </a:r>
          </a:p>
          <a:p>
            <a:pPr lvl="0"/>
            <a:r>
              <a:rPr/>
              <a:t>Proper identification facilitates citation from reports/scientific articles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is best made available as a file package in a repository</a:t>
            </a:r>
          </a:p>
          <a:p>
            <a:pPr lvl="0"/>
            <a:r>
              <a:rPr/>
              <a:t>For large data, or specific use cases (map vizualisation), data can also be shared using an api or web service.</a:t>
            </a:r>
          </a:p>
          <a:p>
            <a:pPr lvl="0"/>
            <a:r>
              <a:rPr/>
              <a:t>metadata should still exist, even if the data itself is discarded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and governance models that enable sharing while maintaining national stewardship.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intent is to address metadata comparability, reliability, standardization and governance frameworks.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a rich data representation, so the contents is universally understood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standardisation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Standardised Operating procedure (Field and Laboratory)</a:t>
            </a:r>
          </a:p>
          <a:p>
            <a:pPr lvl="1"/>
            <a:r>
              <a:rPr/>
              <a:t>GSP Glosolan</a:t>
            </a:r>
          </a:p>
          <a:p>
            <a:pPr lvl="1"/>
            <a:r>
              <a:rPr/>
              <a:t>Soils for Africa project</a:t>
            </a:r>
          </a:p>
          <a:p>
            <a:pPr lvl="0"/>
            <a:r>
              <a:rPr/>
              <a:t>Describe existing practices</a:t>
            </a:r>
          </a:p>
          <a:p>
            <a:pPr lvl="0"/>
            <a:r>
              <a:rPr/>
              <a:t>referring to common vocabularies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 of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use of common multi-lingual vocabularies provide a mechanism to describe data using universal definitions</a:t>
            </a:r>
          </a:p>
          <a:p>
            <a:pPr lvl="0"/>
            <a:r>
              <a:rPr/>
              <a:t>Common vocabularies such as Agrovoc, GLOSIS, ISO11074, GEMET</a:t>
            </a:r>
          </a:p>
          <a:p>
            <a:pPr lvl="0"/>
            <a:r>
              <a:rPr/>
              <a:t>Use Agrovoc terms as keywords in metadata</a:t>
            </a:r>
          </a:p>
          <a:p>
            <a:pPr lvl="0"/>
            <a:r>
              <a:rPr/>
              <a:t>Describe columns in a dataset using terms from GLOSIS</a:t>
            </a:r>
          </a:p>
          <a:p>
            <a:pPr lvl="0"/>
            <a:r>
              <a:rPr/>
              <a:t>Express unit of measure using QUDT concepts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a dataset using rich metadata for findability and resuability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Common repositories offer compatible metadata models (and interfaces for harvesting)</a:t>
            </a:r>
          </a:p>
          <a:p>
            <a:pPr lvl="0"/>
            <a:r>
              <a:rPr/>
              <a:t>Metadata model can be extended by adding a metadata sidecar file (RO-Crate approach)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details on data governance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extra slides provide some details on the topic of data governance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Roles, Responsibilities, and Accountability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Define who owns, stewards, custodians, and uses data.</a:t>
            </a:r>
          </a:p>
          <a:p>
            <a:pPr lvl="0"/>
            <a:r>
              <a:rPr/>
              <a:t>Establish decision-making bodies (e.g. data governance boards).</a:t>
            </a:r>
          </a:p>
          <a:p>
            <a:pPr lvl="0"/>
            <a:r>
              <a:rPr/>
              <a:t>Clarify responsibilities across ministries, agencies, and local governments.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Quality and Lifecycle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Ensure data is accurate, complete, consistent, timely, and fit for purpose.</a:t>
            </a:r>
          </a:p>
          <a:p>
            <a:pPr lvl="0"/>
            <a:r>
              <a:rPr/>
              <a:t>Define standards for data collection, validation, maintenance, archival, and disposal.</a:t>
            </a:r>
          </a:p>
          <a:p>
            <a:pPr lvl="0"/>
            <a:r>
              <a:rPr/>
              <a:t>Monitor and improve data quality through metrics and audits.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Policies, Standards, and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common data standards, metadata, reference data, and vocabularies.</a:t>
            </a:r>
          </a:p>
          <a:p>
            <a:pPr lvl="0"/>
            <a:r>
              <a:rPr/>
              <a:t>Promote interoperability between government systems.</a:t>
            </a:r>
          </a:p>
          <a:p>
            <a:pPr lvl="0"/>
            <a:r>
              <a:rPr/>
              <a:t>Standardize formats, identifiers, APIs, and data models to enable data sharing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Security, Privacy, and Legal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Protect sensitive and personal information.</a:t>
            </a:r>
          </a:p>
          <a:p>
            <a:pPr lvl="0"/>
            <a:r>
              <a:rPr/>
              <a:t>Comply with relevant legislation (e.g. GDPR, freedom of information laws, records management requirements).</a:t>
            </a:r>
          </a:p>
          <a:p>
            <a:pPr lvl="0"/>
            <a:r>
              <a:rPr/>
              <a:t>Define access controls, classification schemes, and procedures for handling breaches.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 of access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General public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Aggregated statistics, maps, open datasets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Researchers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Detailed but anonymized observations under a data-sharing agreement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Government agencies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datasets needed for regulatory or policy purposes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stewards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Ability to edit, correct, and approve records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System administrators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Technical access to the platform, but not necessarily permission to use the data analytically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Tiered access supports governance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Privacy and confidentiality: Protects personal, commercially sensitive, or nationally sensitive information.</a:t>
            </a:r>
          </a:p>
          <a:p>
            <a:pPr lvl="0"/>
            <a:r>
              <a:rPr/>
              <a:t>Legal compliance: Helps meet obligations under regulations such as GDPR, freedom of information laws, or sector-specific legislation.</a:t>
            </a:r>
          </a:p>
          <a:p>
            <a:pPr lvl="0"/>
            <a:r>
              <a:rPr/>
              <a:t>Data integrity: Limits editing rights to authorized users, reducing the risk of accidental or unauthorized changes.</a:t>
            </a:r>
          </a:p>
          <a:p>
            <a:pPr lvl="0"/>
            <a:r>
              <a:rPr/>
              <a:t>Need-to-know principle: Users receive only the information necessary for their role.</a:t>
            </a:r>
          </a:p>
          <a:p>
            <a:pPr lvl="0"/>
            <a:r>
              <a:rPr/>
              <a:t>Encouraging openness: Governments can publish as much data as possible while still protecting restricted information.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Sharing, Access, and Value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Establish policies and agreements for sharing data within government and with external stakeholders.</a:t>
            </a:r>
          </a:p>
          <a:p>
            <a:pPr lvl="0"/>
            <a:r>
              <a:rPr/>
              <a:t>Balance openness with confidentiality through open data, licensing, and access controls.</a:t>
            </a:r>
          </a:p>
          <a:p>
            <a:pPr lvl="0"/>
            <a:r>
              <a:rPr/>
              <a:t>Promote reuse of data for evidence-based policymaking, service delivery, transparency, and research.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five aspects are often supported by cross-cutting activities such as: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management</a:t>
            </a:r>
          </a:p>
          <a:p>
            <a:pPr lvl="0"/>
            <a:r>
              <a:rPr/>
              <a:t>Master and reference data management</a:t>
            </a:r>
          </a:p>
          <a:p>
            <a:pPr lvl="0"/>
            <a:r>
              <a:rPr/>
              <a:t>Risk management</a:t>
            </a:r>
          </a:p>
          <a:p>
            <a:pPr lvl="0"/>
            <a:r>
              <a:rPr/>
              <a:t>Training and capacity building</a:t>
            </a:r>
          </a:p>
          <a:p>
            <a:pPr lvl="0"/>
            <a:r>
              <a:rPr/>
              <a:t>Monitoring, compliance, and continuous improvement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Interoperability and data governance</dc:title>
  <dc:creator>Paul van Genuchten</dc:creator>
  <cp:keywords/>
  <dcterms:created xsi:type="dcterms:W3CDTF">2026-07-30T15:16:26Z</dcterms:created>
  <dcterms:modified xsi:type="dcterms:W3CDTF">2026-07-30T15:16:26Z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2026-08-05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Soil information systems for decision making in Africa</vt:lpwstr>
  </property>
  <property fmtid="{D5CDD505-2E9C-101B-9397-08002B2CF9AE}" pid="11" name="toc-title">
    <vt:lpwstr>Table of contents</vt:lpwstr>
  </property>
</Properties>
</file>