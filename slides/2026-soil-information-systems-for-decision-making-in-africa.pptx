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fairprocessframework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atasetsearch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ISRIC - World Soil Information has been founded in 1966 after designation to the Netherlands by Unesco, in close cooperation with FAO and IUSS</a:t>
            </a:r>
          </a:p>
          <a:p>
            <a:pPr lvl="0"/>
            <a:r>
              <a:rPr/>
              <a:t>The institute with its unique global soil monolith collection is hosted at Wageningen University</a:t>
            </a:r>
          </a:p>
          <a:p>
            <a:pPr lvl="0"/>
            <a:r>
              <a:rPr/>
              <a:t>ISRIC contributes to data collection and standardization efforts globally, with a special focus on Africa</a:t>
            </a:r>
          </a:p>
          <a:p>
            <a:pPr lvl="0"/>
            <a:r>
              <a:rPr/>
              <a:t>ISRIC hosted the recent Soils for Africa project and contributes to the current African Soil Observatory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Paul van Genuchten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Trained as a soil scientist (Wageningen University, 1999)</a:t>
            </a:r>
          </a:p>
          <a:p>
            <a:pPr lvl="0"/>
            <a:r>
              <a:rPr/>
              <a:t>Extensive experience in spatial data and IT</a:t>
            </a:r>
          </a:p>
          <a:p>
            <a:pPr lvl="0"/>
            <a:r>
              <a:rPr/>
              <a:t>Joined ISRIC four years ago as a Data Infrastructure Specialist</a:t>
            </a:r>
          </a:p>
          <a:p>
            <a:pPr lvl="0"/>
            <a:r>
              <a:rPr/>
              <a:t>Maintains ISRIC’s data infrastructure and contributes to soil data management projects, with a focus on metadata and interoperability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was asked to present about these 2 topics</a:t>
            </a:r>
          </a:p>
          <a:p>
            <a:pPr lvl="0"/>
            <a:r>
              <a:rPr/>
              <a:t>Interoperability is a pillar of data governance</a:t>
            </a:r>
          </a:p>
          <a:p>
            <a:pPr lvl="0"/>
            <a:r>
              <a:rPr/>
              <a:t>Both are large topics…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hlinkClick r:id="rId2"/>
              </a:rPr>
              <a:t>FAIR principles</a:t>
            </a:r>
            <a:r>
              <a:rPr/>
              <a:t> provide a governance framework for data, from a reuse perspective:</a:t>
            </a:r>
          </a:p>
          <a:p>
            <a:pPr lvl="0"/>
            <a:r>
              <a:rPr/>
              <a:t>Findable</a:t>
            </a:r>
          </a:p>
          <a:p>
            <a:pPr lvl="0"/>
            <a:r>
              <a:rPr/>
              <a:t>Accessible</a:t>
            </a:r>
          </a:p>
          <a:p>
            <a:pPr lvl="0"/>
            <a:r>
              <a:rPr/>
              <a:t>Interoperable</a:t>
            </a:r>
          </a:p>
          <a:p>
            <a:pPr lvl="0"/>
            <a:r>
              <a:rPr/>
              <a:t>Reusable</a:t>
            </a:r>
          </a:p>
          <a:p>
            <a:pPr lvl="0" indent="0" marL="0">
              <a:buNone/>
            </a:pPr>
            <a:r>
              <a:rPr/>
              <a:t>Cabi and Gates foundation prepared a </a:t>
            </a:r>
            <a:r>
              <a:rPr>
                <a:hlinkClick r:id="rId3"/>
              </a:rPr>
              <a:t>framework to put the FAIR principles in action</a:t>
            </a:r>
            <a:r>
              <a:rPr/>
              <a:t> in the environmental domain.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legacy data and formats</a:t>
            </a:r>
          </a:p>
          <a:p>
            <a:pPr lvl="0"/>
            <a:r>
              <a:rPr/>
              <a:t>interaction with many other domains (agriculture, pollution, carbon sequestration, build environment, hydrology)</a:t>
            </a:r>
          </a:p>
          <a:p>
            <a:pPr lvl="0"/>
            <a:r>
              <a:rPr/>
              <a:t>Management practices &amp; LTE</a:t>
            </a:r>
          </a:p>
          <a:p>
            <a:pPr lvl="0"/>
            <a:r>
              <a:rPr/>
              <a:t>large number of soil indicators</a:t>
            </a:r>
          </a:p>
          <a:p>
            <a:pPr lvl="0"/>
            <a:r>
              <a:rPr/>
              <a:t>long history of (local) practices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searchable via a catalogue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dataset?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civil cervant: a database which is continuously updated, exposed via an API</a:t>
            </a:r>
          </a:p>
          <a:p>
            <a:pPr lvl="0"/>
            <a:r>
              <a:rPr/>
              <a:t>academic: a validated collection of records at a given point in time, which I can uniquely reference in my publication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Easy to find and reference</a:t>
            </a:r>
          </a:p>
          <a:p>
            <a:pPr lvl="0"/>
            <a:r>
              <a:rPr/>
              <a:t>Find today, find in 10 years time</a:t>
            </a:r>
          </a:p>
          <a:p>
            <a:pPr lvl="0"/>
            <a:r>
              <a:rPr/>
              <a:t>Common data and knowledge repositories offer persitent storage over time</a:t>
            </a:r>
          </a:p>
          <a:p>
            <a:pPr lvl="0"/>
            <a:r>
              <a:rPr/>
              <a:t>Aggregators (openaire, </a:t>
            </a:r>
            <a:r>
              <a:rPr>
                <a:hlinkClick r:id="rId2"/>
              </a:rPr>
              <a:t>google</a:t>
            </a:r>
            <a:r>
              <a:rPr/>
              <a:t>) harvest from repositories to optimize findability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Datasets as a source for digital soil mapping (DSM)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DSM is the process of prediction soil property distribution in space and time</a:t>
            </a:r>
          </a:p>
          <a:p>
            <a:pPr lvl="0"/>
            <a:r>
              <a:rPr/>
              <a:t>DSM efforts happen irragularly, based on latest snapshots of source data and covariates</a:t>
            </a:r>
          </a:p>
          <a:p>
            <a:pPr lvl="0"/>
            <a:r>
              <a:rPr/>
              <a:t>data from the own organisation as well as remote sources</a:t>
            </a:r>
          </a:p>
          <a:p>
            <a:pPr lvl="0"/>
            <a:r>
              <a:rPr/>
              <a:t>the academic view on dataset is more appropriate for DSM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Identification is an aspect of findability (identifiers)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datasets should be uniquely identified (uuid)</a:t>
            </a:r>
          </a:p>
          <a:p>
            <a:pPr lvl="0"/>
            <a:r>
              <a:rPr/>
              <a:t>Strong push to adopt identification platforms such as DOI and Handle.net</a:t>
            </a:r>
          </a:p>
          <a:p>
            <a:pPr lvl="0"/>
            <a:r>
              <a:rPr/>
              <a:t>Proper identification facilitates citation from reports/scientific articles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is best made available as a file package in a repository</a:t>
            </a:r>
          </a:p>
          <a:p>
            <a:pPr lvl="0"/>
            <a:r>
              <a:rPr/>
              <a:t>For large data, or specific use cases (map vizualisation), data can also be shared using an api or web service.</a:t>
            </a:r>
          </a:p>
          <a:p>
            <a:pPr lvl="0"/>
            <a:r>
              <a:rPr/>
              <a:t>Metadata should still exist, even if the data itself is discarded</a:t>
            </a:r>
          </a:p>
          <a:p>
            <a:pPr lvl="0"/>
            <a:r>
              <a:rPr/>
              <a:t>Metadata Public; Data public, protected or internal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governance models that enable sharing while maintaining national stewardship.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intent is to address metadata comparability, reliability, standardization and governance frameworks.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a rich data representation, so the contents is universally understood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Standardised Operating procedure (Field and Laboratory)</a:t>
            </a:r>
          </a:p>
          <a:p>
            <a:pPr lvl="1"/>
            <a:r>
              <a:rPr/>
              <a:t>GSP Glosolan</a:t>
            </a:r>
          </a:p>
          <a:p>
            <a:pPr lvl="1"/>
            <a:r>
              <a:rPr/>
              <a:t>Soils for Africa project</a:t>
            </a:r>
          </a:p>
          <a:p>
            <a:pPr lvl="0"/>
            <a:r>
              <a:rPr/>
              <a:t>Describe existing practices</a:t>
            </a:r>
          </a:p>
          <a:p>
            <a:pPr lvl="0"/>
            <a:r>
              <a:rPr/>
              <a:t>referring to common vocabularies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use of common multi-lingual vocabularies provide a mechanism to describe data using universal definitions</a:t>
            </a:r>
          </a:p>
          <a:p>
            <a:pPr lvl="0"/>
            <a:r>
              <a:rPr/>
              <a:t>Common vocabularies such as Agrovoc, GLOSIS, ISO11074, GEMET</a:t>
            </a:r>
          </a:p>
          <a:p>
            <a:pPr lvl="0"/>
            <a:r>
              <a:rPr/>
              <a:t>Use Agrovoc terms as keywords in metadata</a:t>
            </a:r>
          </a:p>
          <a:p>
            <a:pPr lvl="0"/>
            <a:r>
              <a:rPr/>
              <a:t>Describe columns in a dataset using terms from GLOSIS</a:t>
            </a:r>
          </a:p>
          <a:p>
            <a:pPr lvl="0"/>
            <a:r>
              <a:rPr/>
              <a:t>Express unit of measure using QUDT concepts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a dataset using rich metadata for findability and resuability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Common repositories offer compatible metadata models (and interfaces for harvesting)</a:t>
            </a:r>
          </a:p>
          <a:p>
            <a:pPr lvl="0"/>
            <a:r>
              <a:rPr/>
              <a:t>Metadata model can be extended by adding a metadata sidecar file (RO-Crate approach)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details on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extra slides provide some details on the topic of data governance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governance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2026-07-30T15:29:42Z</dcterms:created>
  <dcterms:modified xsi:type="dcterms:W3CDTF">2026-07-30T15:29:42Z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Soil information systems for decision making in Africa</vt:lpwstr>
  </property>
  <property fmtid="{D5CDD505-2E9C-101B-9397-08002B2CF9AE}" pid="11" name="toc-title">
    <vt:lpwstr>Table of contents</vt:lpwstr>
  </property>
</Properties>
</file>