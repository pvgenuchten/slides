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components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An overview of the various hub components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Platform for interaction with stakeholders</a:t>
            </a:r>
          </a:p>
          <a:p>
            <a:pPr lvl="0"/>
            <a:r>
              <a:rPr/>
              <a:t>A hub facilitator, guided by a maintenance board</a:t>
            </a:r>
          </a:p>
          <a:p>
            <a:pPr lvl="0"/>
            <a:r>
              <a:rPr/>
              <a:t>A website</a:t>
            </a:r>
          </a:p>
          <a:p>
            <a:pPr lvl="0"/>
            <a:r>
              <a:rPr/>
              <a:t>A catalogue</a:t>
            </a:r>
          </a:p>
          <a:p>
            <a:pPr lvl="0"/>
            <a:r>
              <a:rPr/>
              <a:t>Data visualisation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for interaction with stakeholders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mailinglist</a:t>
            </a:r>
          </a:p>
          <a:p>
            <a:pPr lvl="0"/>
            <a:r>
              <a:rPr/>
              <a:t>forum</a:t>
            </a:r>
          </a:p>
          <a:p>
            <a:pPr lvl="0"/>
            <a:r>
              <a:rPr/>
              <a:t>issue tracker</a:t>
            </a:r>
          </a:p>
          <a:p>
            <a:pPr lvl="0"/>
            <a:r>
              <a:rPr/>
              <a:t>whatsapp group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hub facilitator, guided by a maintenance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creates/assesses quality reports</a:t>
            </a:r>
          </a:p>
          <a:p>
            <a:pPr lvl="0"/>
            <a:r>
              <a:rPr/>
              <a:t>maintain the hub software, define roadmap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website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Introduces stakeholders and funders to the initiative</a:t>
            </a:r>
          </a:p>
          <a:p>
            <a:pPr lvl="0"/>
            <a:r>
              <a:rPr/>
              <a:t>Provides guidance on how to use the system</a:t>
            </a:r>
          </a:p>
          <a:p>
            <a:pPr lvl="0"/>
            <a:r>
              <a:rPr/>
              <a:t>Describe use cases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catalogue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Provides access to relevant resources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access layer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API access to datasets, for data which is too big or complex to process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visualisation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the visualisation of data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components overview</dc:title>
  <dc:creator>van Genuchten, P; van der Woude, T;</dc:creator>
  <cp:keywords/>
  <dcterms:created xsi:type="dcterms:W3CDTF">2026-10-14T14:38:48Z</dcterms:created>
  <dcterms:modified xsi:type="dcterms:W3CDTF">2026-10-14T14:38:48Z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