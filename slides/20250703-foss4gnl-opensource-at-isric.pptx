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oilwise.eu" TargetMode="External" /><Relationship Id="rId3" Type="http://schemas.openxmlformats.org/officeDocument/2006/relationships/hyperlink" Target="https://mission-soil-platform.ec.europa.eu/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Soilwise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is a current Horizon Europe project to facilitate the </a:t>
            </a:r>
            <a:r>
              <a:rPr>
                <a:hlinkClick r:id="rId3"/>
              </a:rPr>
              <a:t>mission soil</a:t>
            </a:r>
            <a:r>
              <a:rPr/>
              <a:t> with tooling and guidance on soil data and knowledge discovery, usage and publication. Practices from this presentation are endorsed and improved in the scope of this project.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2026-06-10T08:12:27Z</dcterms:created>
  <dcterms:modified xsi:type="dcterms:W3CDTF">2026-06-10T08:12:27Z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FOSS4G NL, Wageningen</vt:lpwstr>
  </property>
  <property fmtid="{D5CDD505-2E9C-101B-9397-08002B2CF9AE}" pid="12" name="toc-title">
    <vt:lpwstr>Table of contents</vt:lpwstr>
  </property>
</Properties>
</file>