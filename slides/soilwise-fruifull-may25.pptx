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SoilWise HE progress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ISRIC Fruitfull may 6th 2025</a:t>
            </a:r>
            <a:br/>
            <a:br/>
            <a:r>
              <a:rPr/>
              <a:t>Fenny van Egmond, Thaisa van der Woude, Paul van Genuchten, Jiarong Li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2025-05-06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SoilWise Overview (2023-2027)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(yr1) Preparations and initial prototype development</a:t>
            </a:r>
          </a:p>
          <a:p>
            <a:pPr lvl="0"/>
            <a:r>
              <a:rPr/>
              <a:t>(yr2) In preparation for 2nd software development iteration</a:t>
            </a:r>
          </a:p>
          <a:p>
            <a:pPr lvl="0"/>
            <a:r>
              <a:rPr/>
              <a:t>(yr3) 2nd iteration</a:t>
            </a:r>
          </a:p>
          <a:p>
            <a:pPr lvl="0"/>
            <a:r>
              <a:rPr/>
              <a:t>(yr4) 3rd iteration and wrap up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Overall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Difficult to identify on which aspects the project can contribute</a:t>
            </a:r>
          </a:p>
          <a:p>
            <a:pPr lvl="0"/>
            <a:r>
              <a:rPr/>
              <a:t>Many technological partners on the project, limited soil researchers</a:t>
            </a:r>
          </a:p>
          <a:p>
            <a:pPr lvl="0"/>
            <a:r>
              <a:rPr/>
              <a:t>Should we focus on improved technology, capacity building or showing where the gaps are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publication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Capacity building on existing REA guidelines</a:t>
            </a:r>
          </a:p>
          <a:p>
            <a:pPr lvl="0"/>
            <a:r>
              <a:rPr/>
              <a:t>Research existing and develop new conventions on top of REA guidelines to facilitate the Soil Data Community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Existing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Publish datasets and articles on endorsed repositories (is it persistent and harvested by OpenAire?)</a:t>
            </a:r>
          </a:p>
          <a:p>
            <a:pPr lvl="0"/>
            <a:r>
              <a:rPr/>
              <a:t>Annotate the funding mechanism (Horizon Europe)</a:t>
            </a:r>
          </a:p>
          <a:p>
            <a:pPr lvl="0"/>
            <a:r>
              <a:rPr/>
              <a:t>Publish supplemental materials (datasets) as individual assets</a:t>
            </a:r>
          </a:p>
          <a:p>
            <a:pPr lvl="0"/>
            <a:r>
              <a:rPr/>
              <a:t>Use terms from common vocabularies (Gemet, AgroVoc, iso11074) as subject in metadata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Existing and new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Describe a datamodel (colums of a dataset) using common vocabularies (iso28258, glosolan, glosis-ld, inspire)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Catalogue vs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catalogue typically ingests metadata from various sources on a specific domain</a:t>
            </a:r>
          </a:p>
          <a:p>
            <a:pPr lvl="0"/>
            <a:r>
              <a:rPr/>
              <a:t>A repository archives resources with relevant metadata, typically identified by a DOI</a:t>
            </a:r>
          </a:p>
          <a:p>
            <a:pPr lvl="0"/>
            <a:r>
              <a:rPr/>
              <a:t>Grant agreement claims SoilWise is a repository, we consider it a catalogue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Catalogue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Starting point was the catalogue development for LSC, S4A, EJP</a:t>
            </a:r>
          </a:p>
          <a:p>
            <a:pPr lvl="0"/>
            <a:r>
              <a:rPr/>
              <a:t>Extended with harvesting workflows, metadata is persisted in a postgres database</a:t>
            </a:r>
          </a:p>
          <a:p>
            <a:pPr lvl="0"/>
            <a:r>
              <a:rPr/>
              <a:t>A SOLR backend is used for performance reasons</a:t>
            </a:r>
          </a:p>
          <a:p>
            <a:pPr lvl="0"/>
            <a:r>
              <a:rPr/>
              <a:t>A link checker runs through all links in the catalogue on a weekly basis</a:t>
            </a:r>
          </a:p>
          <a:p>
            <a:pPr lvl="0"/>
            <a:r>
              <a:rPr/>
              <a:t>Metadata is enriched using QA processes, partially based on NLP/LLM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Soil data harmonisation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Soil Health Knowledge Graph aims to provide a standardised vocabulary for SoilHealth related projects</a:t>
            </a:r>
          </a:p>
          <a:p>
            <a:pPr lvl="0"/>
            <a:r>
              <a:rPr/>
              <a:t>Data harmonisation efforts aim to find new approaches for harmonizing soil data, while keeping additional efforts by the soil scientisits at minimum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in it for ISRIC?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</a:t>
            </a:r>
            <a:r>
              <a:rPr>
                <a:latin typeface="Courier"/>
              </a:rPr>
              <a:t>resource outcomes publication strategy</a:t>
            </a:r>
            <a:r>
              <a:rPr/>
              <a:t> will be a good input to an updated ISRIC strategy</a:t>
            </a:r>
          </a:p>
          <a:p>
            <a:pPr lvl="0"/>
            <a:r>
              <a:rPr/>
              <a:t>The data harmonisation efforts and guidance will be an interesting source for future WOSIS and NSIS developments</a:t>
            </a:r>
          </a:p>
          <a:p>
            <a:pPr lvl="0"/>
            <a:r>
              <a:rPr/>
              <a:t>A lot of practical experience in generative AI is collected, which will be of interest to future ISRIC projects</a:t>
            </a:r>
          </a:p>
          <a:p>
            <a:pPr lvl="0"/>
            <a:r>
              <a:rPr/>
              <a:t>The novel catalogue components can be used in subsequent projects (AUSO, LSC)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SoilWise HE progress report</dc:title>
  <dc:creator>Fenny van Egmond, Thaisa van der Woude, Paul van Genuchten, Jiarong Li</dc:creator>
  <cp:keywords/>
  <dcterms:created xsi:type="dcterms:W3CDTF">2026-10-15T06:38:10Z</dcterms:created>
  <dcterms:modified xsi:type="dcterms:W3CDTF">2026-10-15T06:38:10Z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2025-05-06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ISRIC Fruitfull may 6th 2025</vt:lpwstr>
  </property>
  <property fmtid="{D5CDD505-2E9C-101B-9397-08002B2CF9AE}" pid="11" name="toc-title">
    <vt:lpwstr>Table of contents</vt:lpwstr>
  </property>
</Properties>
</file>