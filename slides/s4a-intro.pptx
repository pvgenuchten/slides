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doi.org/10.3030/862900" TargetMode="External" /><Relationship Id="rId3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isric.org/projects/africa-soil-information-service-afsis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c.europa.eu/research/participants/documents/downloadPublic?documentIds=080166e5ddc6994a&amp;appId=PPGMS" TargetMode="External" /><Relationship Id="rId3" Type="http://schemas.openxmlformats.org/officeDocument/2006/relationships/hyperlink" Target="https://ec.europa.eu/research/participants/documents/downloadPublic?documentIds=080166e5e535ff43&amp;appId=PPGMS" TargetMode="External" /><Relationship Id="rId4" Type="http://schemas.openxmlformats.org/officeDocument/2006/relationships/hyperlink" Target="https://ec.europa.eu/research/participants/documents/downloadPublic?documentIds=080166e50d38a713&amp;appId=PPGMS" TargetMode="External" /><Relationship Id="rId5" Type="http://schemas.openxmlformats.org/officeDocument/2006/relationships/hyperlink" Target="https://doi.org/10.5281/zenodo.17699297" TargetMode="External" /><Relationship Id="rId6" Type="http://schemas.openxmlformats.org/officeDocument/2006/relationships/hyperlink" Target="https://africasis.isric.org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Soil Information System for Africa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Updating soil information for Africa: supporting agriculture and promoting synergies</a:t>
            </a:r>
            <a:br/>
            <a:br/>
            <a:r>
              <a:rPr/>
              <a:t>Paul van Genuchten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The project</a:t>
            </a:r>
          </a:p>
          <a:p>
            <a:pPr lvl="0"/>
            <a:r>
              <a:rPr/>
              <a:t>1 June 2020 - 31 May 2025</a:t>
            </a:r>
          </a:p>
          <a:p>
            <a:pPr lvl="0"/>
            <a:r>
              <a:rPr/>
              <a:t>Led by ISRIC - 16 partners</a:t>
            </a:r>
          </a:p>
          <a:p>
            <a:pPr lvl="0"/>
            <a:r>
              <a:rPr/>
              <a:t>Funded by EU Horizon 2020</a:t>
            </a:r>
          </a:p>
          <a:p>
            <a:pPr lvl="0"/>
            <a:r>
              <a:rPr/>
              <a:t>Budget: € 6.7M</a:t>
            </a:r>
          </a:p>
        </p:txBody>
      </p:sp>
      <p:pic>
        <p:nvPicPr>
          <p:cNvPr descr="./img/s4a-partner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829300" y="1193800"/>
            <a:ext cx="1689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S4a partners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>
                <a:hlinkClick r:id="rId2"/>
              </a:rPr>
              <a:t>AFSIS project</a:t>
            </a:r>
            <a:r>
              <a:rPr/>
              <a:t> showed the value of a continental map</a:t>
            </a:r>
          </a:p>
          <a:p>
            <a:pPr lvl="0"/>
            <a:r>
              <a:rPr/>
              <a:t>It also showed the challenges of map construction</a:t>
            </a:r>
          </a:p>
          <a:p>
            <a:pPr lvl="1"/>
            <a:r>
              <a:rPr/>
              <a:t>availability of observation data</a:t>
            </a:r>
          </a:p>
          <a:p>
            <a:pPr lvl="1"/>
            <a:r>
              <a:rPr/>
              <a:t>limited description of the data (difficult to harmonize)</a:t>
            </a:r>
          </a:p>
          <a:p>
            <a:pPr lvl="1"/>
            <a:r>
              <a:rPr/>
              <a:t>unclear usage constraints/ownership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continental campaign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Optimized </a:t>
            </a:r>
            <a:r>
              <a:rPr>
                <a:hlinkClick r:id="rId2"/>
              </a:rPr>
              <a:t>sampling design</a:t>
            </a:r>
          </a:p>
          <a:p>
            <a:pPr lvl="0"/>
            <a:r>
              <a:rPr>
                <a:hlinkClick r:id="rId3"/>
              </a:rPr>
              <a:t>Standardised Operating Procedures</a:t>
            </a:r>
            <a:r>
              <a:rPr/>
              <a:t> for Field Survey, Transport and Laboratory</a:t>
            </a:r>
          </a:p>
          <a:p>
            <a:pPr lvl="0"/>
            <a:r>
              <a:rPr/>
              <a:t>Analysis by a </a:t>
            </a:r>
            <a:r>
              <a:rPr>
                <a:hlinkClick r:id="rId4"/>
              </a:rPr>
              <a:t>single lab</a:t>
            </a:r>
          </a:p>
          <a:p>
            <a:pPr lvl="0"/>
            <a:r>
              <a:rPr/>
              <a:t>Full </a:t>
            </a:r>
            <a:r>
              <a:rPr>
                <a:hlinkClick r:id="rId5"/>
              </a:rPr>
              <a:t>data description and clear licence description</a:t>
            </a:r>
          </a:p>
          <a:p>
            <a:pPr lvl="0"/>
            <a:r>
              <a:rPr>
                <a:hlinkClick r:id="rId6"/>
              </a:rPr>
              <a:t>Dissiminaton of the results</a:t>
            </a:r>
            <a:r>
              <a:rPr/>
              <a:t> for various target audiences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observations to maps…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Link laboratory observations to field sampling locations</a:t>
            </a:r>
          </a:p>
          <a:p>
            <a:pPr lvl="0"/>
            <a:r>
              <a:rPr/>
              <a:t>Harmonize data from various campaigns</a:t>
            </a:r>
          </a:p>
          <a:p>
            <a:pPr lvl="1"/>
            <a:r>
              <a:rPr/>
              <a:t>Can observations be compared? conversion required?</a:t>
            </a:r>
          </a:p>
          <a:p>
            <a:pPr lvl="1"/>
            <a:r>
              <a:rPr/>
              <a:t>Field expertise or spatial algorythms to predict distribution (co-variates)</a:t>
            </a:r>
          </a:p>
          <a:p>
            <a:pPr lvl="0"/>
            <a:r>
              <a:rPr/>
              <a:t>Add a legend of classes (high-medium-low)</a:t>
            </a:r>
          </a:p>
          <a:p>
            <a:pPr lvl="0"/>
            <a:r>
              <a:rPr/>
              <a:t>From the map product, attribute the source data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Soil Information System for Africa</dc:title>
  <dc:creator>Paul van Genuchten</dc:creator>
  <cp:keywords/>
  <dcterms:created xsi:type="dcterms:W3CDTF">2026-02-04T22:18:59Z</dcterms:created>
  <dcterms:modified xsi:type="dcterms:W3CDTF">2026-02-04T22:18:59Z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2025-12-01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Updating soil information for Africa: supporting agriculture and promoting synergies</vt:lpwstr>
  </property>
  <property fmtid="{D5CDD505-2E9C-101B-9397-08002B2CF9AE}" pid="11" name="toc-title">
    <vt:lpwstr>Table of contents</vt:lpwstr>
  </property>
</Properties>
</file>